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Healthy Habits for Growing Kids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Learning Objectives: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Understand the importance of balanced nutrition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Recognize the benefits of regular physical activity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Identify ways to maintain personal hygiene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Learn basic strategies for managing stress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Understand the importance of sleep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Healthy Living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Discuss what it means to live a healthy lifestyle and why it is important for growing children.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Balanced Nutrition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Explore the food pyramid, different food groups, and how to make healthy food choices.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Discuss the role of exercise in maintaining health, with examples of fun activities.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Hygiene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Learn about daily hygiene practices, such as handwashing, bathing, and dental care.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Managing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Introduction to stress and simple methods for managing it, such as deep breathing and talking to a trusted adult.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Sleep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Discuss how much sleep children need and tips for creating a bedtime routine.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Suggested Assessment Methods:</a:t>
            </a:r>
          </a:p>
          <a:p>
            <a:pPr>
              <a:defRPr sz="2000">
                <a:solidFill>
                  <a:srgbClr val="404040"/>
                </a:solidFill>
              </a:defRPr>
            </a:pP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• Create a one-day meal plan that includes all food groups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• Participate in a class physical activity challenge and reflect on the experience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• Complete a personal hygiene checklist for a week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• Write a short paragraph about a stress-relief technique they tried and how it helped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• Keep a sleep journal for one week, noting bedtime and wake-up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