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Step Into the Present: Mastering Spanish Verbs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Learning Objectives: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Understand the use of present tense verbs in Spanish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Conjugate regular -ar, -er, and -ir verbs in the present tense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Apply present tense verb conjugations in simple sentences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Recognize and use present tense verbs in cultural contexts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Present Tense Verbs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04040"/>
                </a:solidFill>
              </a:defRPr>
            </a:pPr>
            <a:r>
              <a:t>Begin with a brief overview of the present tense in Spanish, explaining its usage for actions happening now or habitually. Discuss the importance of verb conjugation in Spanish language.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Conjugation of Regular Verbs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04040"/>
                </a:solidFill>
              </a:defRPr>
            </a:pPr>
            <a:r>
              <a:t>Teach the conjugation patterns for regular -ar, -er, and -ir verbs. Provide examples such as 'hablar', 'comer', and 'vivir'.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04040"/>
                </a:solidFill>
              </a:defRPr>
            </a:pPr>
            <a:r>
              <a:t>Engage students in a group activity where they conjugate verbs on mini whiteboards and share their answers. Use a mix of verbs to ensure understanding.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Cultural Context: Daily Routines in Spanish-speaking Countries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04040"/>
                </a:solidFill>
              </a:defRPr>
            </a:pPr>
            <a:r>
              <a:t>Introduce a cultural segment where students learn about daily routines in a Spanish-speaking country, using present tense verbs to describe activities.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Group Activity: Create a Dialogue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04040"/>
                </a:solidFill>
              </a:defRPr>
            </a:pPr>
            <a:r>
              <a:t>Students work in pairs to create a short dialogue using present tense verbs, incorporating cultural elements discussed earlier. Present dialogues to the class.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Assessments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04040"/>
                </a:solidFill>
              </a:defRPr>
            </a:pPr>
            <a:r>
              <a:t>Suggested Assessment Methods:</a:t>
            </a:r>
          </a:p>
          <a:p>
            <a:pPr>
              <a:defRPr sz="2000">
                <a:solidFill>
                  <a:srgbClr val="404040"/>
                </a:solidFill>
              </a:defRPr>
            </a:pPr>
          </a:p>
          <a:p>
            <a:pPr>
              <a:defRPr sz="2000">
                <a:solidFill>
                  <a:srgbClr val="404040"/>
                </a:solidFill>
              </a:defRPr>
            </a:pPr>
            <a:r>
              <a:t>• Quick quiz on conjugation of regular present tense verbs</a:t>
            </a:r>
          </a:p>
          <a:p>
            <a:pPr>
              <a:defRPr sz="2000">
                <a:solidFill>
                  <a:srgbClr val="404040"/>
                </a:solidFill>
              </a:defRPr>
            </a:pPr>
            <a:r>
              <a:t>• Peer review of dialogues created in class</a:t>
            </a:r>
          </a:p>
          <a:p>
            <a:pPr>
              <a:defRPr sz="2000">
                <a:solidFill>
                  <a:srgbClr val="404040"/>
                </a:solidFill>
              </a:defRPr>
            </a:pPr>
            <a:r>
              <a:t>• Class participation in interactive practice sessions</a:t>
            </a:r>
          </a:p>
          <a:p>
            <a:pPr>
              <a:defRPr sz="2000">
                <a:solidFill>
                  <a:srgbClr val="404040"/>
                </a:solidFill>
              </a:defRPr>
            </a:pPr>
            <a:r>
              <a:t>• Homework assignment: Write a paragraph describing a typical day using at least five present tense verbs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