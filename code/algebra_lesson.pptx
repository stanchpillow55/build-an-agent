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Discovering Linear Equations: The Path to Straight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404040"/>
                </a:solidFill>
              </a:defRPr>
            </a:pPr>
            <a:r>
              <a:t>Learning Objectives: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Understand the concept of a linear equation in one variable.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Solve simple linear equations using basic algebraic techniques.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Graph linear equations on a coordinate plane.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t>• Interpret the slope and y-intercept of a linear equation in the context of a graph.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Linear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Begin with a brief discussion on what linear equations are, emphasizing real-world examples such as calculating total cost, distance, and time. Introduce the basic form y = mx + 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Activity: Balancing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Use algebra tiles or a balance scale model to demonstrate how to solve simple linear equations, allowing students to physically manipulate and understand the balancing of equations.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Graphing Linear Equations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Introduce plotting points on a coordinate plane. Guide students through plotting a simple linear equation, identifying the slope and y-intercept. Use a visual tool like graph paper or an online graphing simulator.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Exploring Slope and Y-Intercept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Explain the concepts of slope as a measure of steepness and y-intercept as the point where the line crosses the y-axis. Use visual aids and interactive activities to reinforce these concepts.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Suggested Assessment Methods:</a:t>
            </a:r>
          </a:p>
          <a:p>
            <a:pPr>
              <a:defRPr sz="2000">
                <a:solidFill>
                  <a:srgbClr val="404040"/>
                </a:solidFill>
              </a:defRPr>
            </a:pP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Quick formative quiz with multiple-choice questions on identifying and solving linear equations.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Graphing activity where students plot a given linear equation and identify its slope and y-intercept.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Pair-share exercise where students explain the solution process of a linear equation to a peer.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• Exit ticket asking students to write a real-world situation that can be modeled by a linear equation.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